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3152"/>
            <a:ext cx="2560320" cy="507034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73152"/>
            <a:ext cx="36576" cy="50703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SERIES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AI Agent？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LLM → Prompt → 工具調用 → 自主執行者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3840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第一章：AI Agent 核心概念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3840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第二章：agency-agents 實戰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2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22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22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vs AI Agent：核心差異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Chatbot（問答機器人）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被動回應：等待輸入，逐步指令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給一個 Prompt → 得到一個輸出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無法自主規劃多步驟流程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46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沒有工具調用能力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822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本質：被動（Reactive）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411480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34440"/>
            <a:ext cx="41148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Agent（自主執行者）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主動執行：給予目標自行規劃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395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拆解任務 → 調用工具 → 反思修正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871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能操作外部 API、資料庫、瀏覽器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346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遇到錯誤能自我調整策略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822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本質：主動（Proactive）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617720"/>
            <a:ext cx="841248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177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類比：傳統 LLM 像「博學的實習生」，需要你手把手指令；AI Agent 像「配備工具的工程師」，給他目標他自行完成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四大核心要素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406908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40690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426464"/>
            <a:ext cx="502920" cy="5029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26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33856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大腦 (LLM/Core)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" y="1901952"/>
            <a:ext cx="3739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理解語境、意圖識別、決策核心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負責整合所有資訊並規劃行動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1261872"/>
            <a:ext cx="406908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261872"/>
            <a:ext cx="406908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426464"/>
            <a:ext cx="502920" cy="5029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426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77256" y="14447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 (Planning)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73752" y="1901952"/>
            <a:ext cx="3739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子任務拆解（Step-by-step 流程）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反思與自我修正（Reflection / Critique）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06908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17520"/>
            <a:ext cx="406908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182112"/>
            <a:ext cx="502920" cy="5029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" y="32004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 (Memory)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" y="3657600"/>
            <a:ext cx="3739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短期：當前 Context 與暫存狀態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長期：Vector DB / RAG 儲存領域知識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06908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17520"/>
            <a:ext cx="406908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3182112"/>
            <a:ext cx="502920" cy="5029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77256" y="32004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工具箱 (Tools)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73752" y="3657600"/>
            <a:ext cx="3739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 API、Linux Shell、資料庫查詢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瀏覽器自動化等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核心技術模式（Design Patterns）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402336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402336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99032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ReAct 模式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0352" y="179222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2176272"/>
            <a:ext cx="3694176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12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4688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大腦思考當前狀態與策略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2816352"/>
            <a:ext cx="3694176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52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1089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執行工具調用或輸出行動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3456432"/>
            <a:ext cx="3694176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493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Observe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3749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觀察環境反饋與執行結果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4096512"/>
            <a:ext cx="3694176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133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43891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重複直到目標完成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261872"/>
            <a:ext cx="402336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261872"/>
            <a:ext cx="402336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399032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Multi-Agent 系統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919472" y="179222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多代理人協作分工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19472" y="2176272"/>
            <a:ext cx="3694176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212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10912" y="24505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定義模塊邊界與資料流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19472" y="2816352"/>
            <a:ext cx="3694176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8529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10912" y="30906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 PR、檢查安全漏洞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19472" y="3456432"/>
            <a:ext cx="3694176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4930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10912" y="37307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漏洞挖掘防禦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19472" y="4096512"/>
            <a:ext cx="3694176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41330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Engineer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10912" y="4370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 E2E 測試腳本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AI Agent 介紹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agency-agents  ·  msitarzewski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196596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31720"/>
            <a:ext cx="19659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514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專業化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472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69164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個領域專業代理人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2331720"/>
            <a:ext cx="196596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2331720"/>
            <a:ext cx="19659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2514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78608" y="30906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性格驅動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78608" y="34472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Personality-Driven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24328" y="3749040"/>
            <a:ext cx="169164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獨特口吻與思考邏輯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08576" y="2331720"/>
            <a:ext cx="196596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2331720"/>
            <a:ext cx="19659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2514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00016" y="30906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成果導向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0016" y="34472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Deliverable-Focused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45736" y="3749040"/>
            <a:ext cx="169164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產出代碼、策略或文件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9984" y="2331720"/>
            <a:ext cx="196596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9984" y="2331720"/>
            <a:ext cx="19659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9984" y="2514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21424" y="30906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即戰力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21424" y="34472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67144" y="3749040"/>
            <a:ext cx="169164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840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內建工作流與成功指標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為什麼它算是 AI Agent？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16642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44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344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轉變思維：問答 → 自主規劃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3785616" cy="16459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856232"/>
            <a:ext cx="3785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內含 Workflow 與 Critical Rules，LLM 讀取後會啟動多步驟思考，主動規劃「第一步→第二步→第三步」，而非字面回答。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1148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234440"/>
            <a:ext cx="54864" cy="16642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344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0680" y="1344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定義環境邊界與工具（Tools）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73752" y="1783080"/>
            <a:ext cx="3785616" cy="16459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1856232"/>
            <a:ext cx="3785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convert.sh 注入 Cursor / Claude Code 後，LLM 獲得讀寫代碼庫的「行動能力」，成為完整的工具箱 Agent。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41148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63240"/>
            <a:ext cx="54864" cy="16642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1729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172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動態反思（Reflection）機制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30352" y="3611880"/>
            <a:ext cx="3785616" cy="16459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685032"/>
            <a:ext cx="3785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Agent 有 Success Metrics，輸出前後會對照指標進行自我審查（Self-Correction），而非一次性輸出結果。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063240"/>
            <a:ext cx="41148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63240"/>
            <a:ext cx="54864" cy="16642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1729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3172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多代理協同（Multi-Agent System）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873752" y="3611880"/>
            <a:ext cx="3785616" cy="16459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3685032"/>
            <a:ext cx="3785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個 Agent 共享標準化接口：Architect 輸出的 Spec 成為 Developer 的輸入，形成跨 Agent 的協作鏈。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個最有趣的 Agents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572768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1572768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😈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8912" y="19933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惡魔代言人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239572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 Advocate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2715768"/>
            <a:ext cx="1353312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07208"/>
            <a:ext cx="138988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唯一任務就是「反駁你」——找出方案中所有沒想到的漏洞、風險與盲點，是避免集體盲思的神器。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48256" y="1234440"/>
            <a:ext cx="1572768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48256" y="1234440"/>
            <a:ext cx="1572768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48256" y="13716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121408" y="19933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品牌守護者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21408" y="239572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Guardian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57984" y="2715768"/>
            <a:ext cx="1353312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9696" y="2807208"/>
            <a:ext cx="138988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偏執狂級別的品牌總監，用放大鏡檢查所有內容的視覺、語氣是否符合品牌設定。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30752" y="1234440"/>
            <a:ext cx="1572768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0752" y="1234440"/>
            <a:ext cx="1572768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13716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🦄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803904" y="19933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大師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03904" y="239572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Guru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0" y="2715768"/>
            <a:ext cx="1353312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2807208"/>
            <a:ext cx="138988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精通各 Subreddit 潛規則，把產品宣傳包裝成看起來像路人分享的爆款文章。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13248" y="1234440"/>
            <a:ext cx="1572768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13248" y="1234440"/>
            <a:ext cx="1572768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13716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💀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486400" y="19933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程式碼死神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0" y="239572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Grim Reaper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22976" y="2715768"/>
            <a:ext cx="1353312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2807208"/>
            <a:ext cx="138988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座右銘「沒有程式碼是最好的程式碼」，瘋狂刪除冗餘代碼，讓你的專案行數少一大半。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95744" y="1234440"/>
            <a:ext cx="1572768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95744" y="1234440"/>
            <a:ext cx="1572768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95744" y="13716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168896" y="199339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簡報黑客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168896" y="239572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Hacker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05472" y="2715768"/>
            <a:ext cx="1353312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7184" y="2807208"/>
            <a:ext cx="138988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專為新創融資設計，把複雜技術翻譯成 VC 聽得懂且興奮的商業故事，用 10 張投影片拿到錢。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對工程師最有即戰力的 Agents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84124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54864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408176"/>
            <a:ext cx="402336" cy="40233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350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Software Architect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定義模塊邊界、資料流向、技術選型，輸出可供其他 Agent 使用的 Spec 文件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41648" y="1353312"/>
            <a:ext cx="18288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即戰力 ★★★★★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84124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29968"/>
            <a:ext cx="54864" cy="71323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176272"/>
            <a:ext cx="402336" cy="40233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Code Reviewer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4323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 PR Diff，抓記憶體洩漏、Async 邊界條件漏洞與違反 SOLID 原則的代碼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41648" y="2121408"/>
            <a:ext cx="18288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22311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即戰力 ★★★★★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98064"/>
            <a:ext cx="84124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798064"/>
            <a:ext cx="54864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944368"/>
            <a:ext cx="402336" cy="402336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28712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Engineer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200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 OWASP Top 10、XSS、SQL 注入及套件依賴安全風險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41648" y="2889504"/>
            <a:ext cx="18288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87952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即戰力 ★★★★★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566160"/>
            <a:ext cx="84124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566160"/>
            <a:ext cx="54864" cy="71323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3712464"/>
            <a:ext cx="402336" cy="40233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1560" y="3639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Engineer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51560" y="39684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 Unit Test 及 Playwright E2E 測試，涵蓋 Happy Path 與 Edge Cases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041648" y="3657600"/>
            <a:ext cx="18288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87952" y="3767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即戰力 ★★★★★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334256"/>
            <a:ext cx="841248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334256"/>
            <a:ext cx="54864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4480560"/>
            <a:ext cx="402336" cy="402336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5156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DevOps Specialist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51560" y="47365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優化 Dockerfile、撰寫 GitHub Actions CI/CD Pipeline、確保 headless 環境依賴正確安裝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041648" y="4425696"/>
            <a:ext cx="18288" cy="5303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87952" y="45354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即戰力 ★★★★★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為何效果不好？（4 大痛點）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822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痛點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07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上下文污染（Context Pollution）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7335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串聯 / 星狀架構：每個 Agent 只讀與當下任務絕對相關的 Context，輸出固化為靜態 Spec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344168"/>
            <a:ext cx="18288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9456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94560"/>
            <a:ext cx="54864" cy="822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痛點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267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職責模糊：過度擬人化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63347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用 I/O Schema 取代性格描述：輸出必須是標準 JSON，包含 status / vulnerabilities / suggestions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34840" y="2304288"/>
            <a:ext cx="18288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5468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54680"/>
            <a:ext cx="54864" cy="8229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27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痛點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227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缺乏客觀真相（Ground Truth）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59359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引入自動化 Tooling 作為裁判：自動執行 npm test / pytest，用 Terminal 錯誤直接餵回 Agent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3264408"/>
            <a:ext cx="18288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14800"/>
            <a:ext cx="54864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87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痛點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187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動態路由失控（無窮迴圈）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55371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退回靜態工作流（Deterministic Workflow）：用 Python/Node.js 硬編碼流程，失敗最多重試 3 次再 Human-in-the-loop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34840" y="4224528"/>
            <a:ext cx="18288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+ 2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能為團隊解決什麼問題？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269748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26974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75488" y="1901952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研發與運維自動化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242316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963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自動掃描 PR、檢查資安漏洞、提出效能重構建議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Playwright：UI 變更時 Agent 自主修正定位點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9959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根據規格書自動產生測試案例與 API 文件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1261872"/>
            <a:ext cx="269748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261872"/>
            <a:ext cx="269748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371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10128" y="1901952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企業內部知識管理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2377440"/>
            <a:ext cx="242316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4963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+ Agent：不只回答問題，更能主動執行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37560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根據內部 SOP 自動生成 Checklist 與合規文件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37560" y="39959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跨部門知識庫整合與自動摘要報告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1261872"/>
            <a:ext cx="269748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261872"/>
            <a:ext cx="269748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371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144768" y="1901952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資料分析與報表自動化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2377440"/>
            <a:ext cx="242316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4963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給予自然語言指令，Agent 自行撰寫 SQL 撈取資料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72200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自動用 Python 繪製圖表並產出分析報告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72200" y="399592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分層治理：大模型決策規劃 + 小模型執行常規任務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面對提問的預備答案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841248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54864" cy="11155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33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Q1：幻覺（Hallucination）與失控問題怎麼辦？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80467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105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強調 Human-in-the-Loop（HITL）：在關鍵節點（部署到 Production、敏感 API、財務操作）設立 Approval Gate。Agent 負責前 80% 繁瑣工作，人類負責最後 20% 把關。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23744"/>
            <a:ext cx="841248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23744"/>
            <a:ext cx="54864" cy="11155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151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Q2：Token 成本與 Latency 會不會太高？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80467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723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分層治理策略：複雜決策規劃用大模型（Gemini Pro / GPT-4），常規工具執行、語意判斷調用輕量小模型（Gemini Flash），在效果與成本之間取得平衡。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85616"/>
            <a:ext cx="841248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85616"/>
            <a:ext cx="54864" cy="11155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7705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Q3：這會取代工程師嗎？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80467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342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不會，反而能解放我們。Agent 處理重複性高的 Toil，工程師角色從 Coder 轉變為 Agent Conductor，負責定義 Tooling、制定規範與審視結果。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行動建議：從 POC 到落地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2743200"/>
            <a:ext cx="676656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496312"/>
            <a:ext cx="512064" cy="51206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496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090672"/>
            <a:ext cx="19659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1455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定義低風險高頻率痛點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93592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選擇「自動化代碼審查與優化小隊」作為 POC，從內部專案開始降低風險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44368" y="2496312"/>
            <a:ext cx="512064" cy="51206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2496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3090672"/>
            <a:ext cx="19659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31455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組建 Agent 團隊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3593592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6576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Agent 負責掃漏洞（Security），一個負責看 Code Style（Reviewer）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47488" y="2496312"/>
            <a:ext cx="512064" cy="512064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2496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090672"/>
            <a:ext cx="19659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31455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實驗環境跑兩週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593592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6576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評估幫助資深人員省下多少 Review 時間，收集量化指標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50608" y="2496312"/>
            <a:ext cx="512064" cy="51206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2496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3090672"/>
            <a:ext cx="19659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31455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評估結果，決定擴大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3593592"/>
            <a:ext cx="17830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6576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 POC 數據，決定是否引入 Test Engineer、DevOps Specialist 等更多 Agent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1261872"/>
            <a:ext cx="841248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325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推薦起點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1645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建議先從一個低風險、高頻率的內部痛點出發——建立「自動化代碼審查與優化小隊」。利用 agency-agents 框架，在實驗環境跑兩週，評估能幫資深人員省下多少 Review 時間，再決定是否擴大應用。技術高度 ✓  實務可行性 ✓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286000" y="2194560"/>
            <a:ext cx="4572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不是遙遠的未來，是現在就能落地的工程工具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16916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AI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3108960"/>
            <a:ext cx="16916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agency-agents 實戰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108960"/>
            <a:ext cx="16916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陷阱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3108960"/>
            <a:ext cx="16916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行動計劃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github.com/msitarzewski/agency-agents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簡報</dc:title>
  <dc:subject>PptxGenJS Presentation</dc:subject>
  <dc:creator>PptxGenJS</dc:creator>
  <cp:lastModifiedBy>PptxGenJS</cp:lastModifiedBy>
  <cp:revision>1</cp:revision>
  <dcterms:created xsi:type="dcterms:W3CDTF">2026-05-19T13:16:58Z</dcterms:created>
  <dcterms:modified xsi:type="dcterms:W3CDTF">2026-05-19T13:16:58Z</dcterms:modified>
</cp:coreProperties>
</file>